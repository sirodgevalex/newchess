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48F4B5-5201-4D5F-8F87-147B5BDA1A85}" v="50" dt="2022-04-07T11:23:12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ость" userId="985c312f1ddd2632" providerId="Windows Live" clId="Web-{C948F4B5-5201-4D5F-8F87-147B5BDA1A85}"/>
    <pc:docChg chg="addSld delSld modSld">
      <pc:chgData name="Гость" userId="985c312f1ddd2632" providerId="Windows Live" clId="Web-{C948F4B5-5201-4D5F-8F87-147B5BDA1A85}" dt="2022-04-07T11:23:17.337" v="43"/>
      <pc:docMkLst>
        <pc:docMk/>
      </pc:docMkLst>
      <pc:sldChg chg="modSp del">
        <pc:chgData name="Гость" userId="985c312f1ddd2632" providerId="Windows Live" clId="Web-{C948F4B5-5201-4D5F-8F87-147B5BDA1A85}" dt="2022-04-07T11:10:41.977" v="3"/>
        <pc:sldMkLst>
          <pc:docMk/>
          <pc:sldMk cId="1351651579" sldId="256"/>
        </pc:sldMkLst>
        <pc:spChg chg="mod">
          <ac:chgData name="Гость" userId="985c312f1ddd2632" providerId="Windows Live" clId="Web-{C948F4B5-5201-4D5F-8F87-147B5BDA1A85}" dt="2022-04-07T11:10:33.883" v="1" actId="20577"/>
          <ac:spMkLst>
            <pc:docMk/>
            <pc:sldMk cId="1351651579" sldId="256"/>
            <ac:spMk id="2" creationId="{00000000-0000-0000-0000-000000000000}"/>
          </ac:spMkLst>
        </pc:spChg>
      </pc:sldChg>
      <pc:sldChg chg="addSp modSp new mod setBg setClrOvrMap">
        <pc:chgData name="Гость" userId="985c312f1ddd2632" providerId="Windows Live" clId="Web-{C948F4B5-5201-4D5F-8F87-147B5BDA1A85}" dt="2022-04-07T11:14:25.216" v="17" actId="20577"/>
        <pc:sldMkLst>
          <pc:docMk/>
          <pc:sldMk cId="1124525636" sldId="257"/>
        </pc:sldMkLst>
        <pc:spChg chg="add mod">
          <ac:chgData name="Гость" userId="985c312f1ddd2632" providerId="Windows Live" clId="Web-{C948F4B5-5201-4D5F-8F87-147B5BDA1A85}" dt="2022-04-07T11:12:50.823" v="8" actId="20577"/>
          <ac:spMkLst>
            <pc:docMk/>
            <pc:sldMk cId="1124525636" sldId="257"/>
            <ac:spMk id="3" creationId="{84F99990-6DDB-55F8-265B-B324218F9758}"/>
          </ac:spMkLst>
        </pc:spChg>
        <pc:spChg chg="add mod">
          <ac:chgData name="Гость" userId="985c312f1ddd2632" providerId="Windows Live" clId="Web-{C948F4B5-5201-4D5F-8F87-147B5BDA1A85}" dt="2022-04-07T11:14:25.216" v="17" actId="20577"/>
          <ac:spMkLst>
            <pc:docMk/>
            <pc:sldMk cId="1124525636" sldId="257"/>
            <ac:spMk id="4" creationId="{5331A085-AE6B-BE48-C5CD-8D6F404B38E8}"/>
          </ac:spMkLst>
        </pc:spChg>
        <pc:picChg chg="add mod">
          <ac:chgData name="Гость" userId="985c312f1ddd2632" providerId="Windows Live" clId="Web-{C948F4B5-5201-4D5F-8F87-147B5BDA1A85}" dt="2022-04-07T11:13:45.309" v="16" actId="1076"/>
          <ac:picMkLst>
            <pc:docMk/>
            <pc:sldMk cId="1124525636" sldId="257"/>
            <ac:picMk id="2" creationId="{36918F03-2C4D-76E5-F82F-3D015349AB78}"/>
          </ac:picMkLst>
        </pc:picChg>
      </pc:sldChg>
      <pc:sldChg chg="addSp delSp modSp new mod setBg">
        <pc:chgData name="Гость" userId="985c312f1ddd2632" providerId="Windows Live" clId="Web-{C948F4B5-5201-4D5F-8F87-147B5BDA1A85}" dt="2022-04-07T11:21:31.288" v="38"/>
        <pc:sldMkLst>
          <pc:docMk/>
          <pc:sldMk cId="2633218040" sldId="258"/>
        </pc:sldMkLst>
        <pc:spChg chg="add del">
          <ac:chgData name="Гость" userId="985c312f1ddd2632" providerId="Windows Live" clId="Web-{C948F4B5-5201-4D5F-8F87-147B5BDA1A85}" dt="2022-04-07T11:21:31.288" v="38"/>
          <ac:spMkLst>
            <pc:docMk/>
            <pc:sldMk cId="2633218040" sldId="258"/>
            <ac:spMk id="7" creationId="{42A4FC2C-047E-45A5-965D-8E1E3BF09BC6}"/>
          </ac:spMkLst>
        </pc:spChg>
        <pc:spChg chg="add del">
          <ac:chgData name="Гость" userId="985c312f1ddd2632" providerId="Windows Live" clId="Web-{C948F4B5-5201-4D5F-8F87-147B5BDA1A85}" dt="2022-04-07T11:21:31.288" v="37"/>
          <ac:spMkLst>
            <pc:docMk/>
            <pc:sldMk cId="2633218040" sldId="258"/>
            <ac:spMk id="12" creationId="{F3060C83-F051-4F0E-ABAD-AA0DFC48B218}"/>
          </ac:spMkLst>
        </pc:spChg>
        <pc:spChg chg="add del">
          <ac:chgData name="Гость" userId="985c312f1ddd2632" providerId="Windows Live" clId="Web-{C948F4B5-5201-4D5F-8F87-147B5BDA1A85}" dt="2022-04-07T11:21:31.288" v="37"/>
          <ac:spMkLst>
            <pc:docMk/>
            <pc:sldMk cId="2633218040" sldId="258"/>
            <ac:spMk id="14" creationId="{83C98ABE-055B-441F-B07E-44F97F083C39}"/>
          </ac:spMkLst>
        </pc:spChg>
        <pc:spChg chg="add del">
          <ac:chgData name="Гость" userId="985c312f1ddd2632" providerId="Windows Live" clId="Web-{C948F4B5-5201-4D5F-8F87-147B5BDA1A85}" dt="2022-04-07T11:21:31.288" v="37"/>
          <ac:spMkLst>
            <pc:docMk/>
            <pc:sldMk cId="2633218040" sldId="258"/>
            <ac:spMk id="16" creationId="{29FDB030-9B49-4CED-8CCD-4D99382388AC}"/>
          </ac:spMkLst>
        </pc:spChg>
        <pc:spChg chg="add del">
          <ac:chgData name="Гость" userId="985c312f1ddd2632" providerId="Windows Live" clId="Web-{C948F4B5-5201-4D5F-8F87-147B5BDA1A85}" dt="2022-04-07T11:21:31.288" v="37"/>
          <ac:spMkLst>
            <pc:docMk/>
            <pc:sldMk cId="2633218040" sldId="258"/>
            <ac:spMk id="18" creationId="{3783CA14-24A1-485C-8B30-D6A5D87987AD}"/>
          </ac:spMkLst>
        </pc:spChg>
        <pc:spChg chg="add del">
          <ac:chgData name="Гость" userId="985c312f1ddd2632" providerId="Windows Live" clId="Web-{C948F4B5-5201-4D5F-8F87-147B5BDA1A85}" dt="2022-04-07T11:21:31.288" v="37"/>
          <ac:spMkLst>
            <pc:docMk/>
            <pc:sldMk cId="2633218040" sldId="258"/>
            <ac:spMk id="20" creationId="{9A97C86A-04D6-40F7-AE84-31AB43E6A846}"/>
          </ac:spMkLst>
        </pc:spChg>
        <pc:spChg chg="add del">
          <ac:chgData name="Гость" userId="985c312f1ddd2632" providerId="Windows Live" clId="Web-{C948F4B5-5201-4D5F-8F87-147B5BDA1A85}" dt="2022-04-07T11:21:31.288" v="37"/>
          <ac:spMkLst>
            <pc:docMk/>
            <pc:sldMk cId="2633218040" sldId="258"/>
            <ac:spMk id="22" creationId="{FF9F2414-84E8-453E-B1F3-389FDE8192D9}"/>
          </ac:spMkLst>
        </pc:spChg>
        <pc:spChg chg="add del">
          <ac:chgData name="Гость" userId="985c312f1ddd2632" providerId="Windows Live" clId="Web-{C948F4B5-5201-4D5F-8F87-147B5BDA1A85}" dt="2022-04-07T11:21:31.288" v="37"/>
          <ac:spMkLst>
            <pc:docMk/>
            <pc:sldMk cId="2633218040" sldId="258"/>
            <ac:spMk id="24" creationId="{3ECA69A1-7536-43AC-85EF-C7106179F5ED}"/>
          </ac:spMkLst>
        </pc:spChg>
        <pc:spChg chg="add">
          <ac:chgData name="Гость" userId="985c312f1ddd2632" providerId="Windows Live" clId="Web-{C948F4B5-5201-4D5F-8F87-147B5BDA1A85}" dt="2022-04-07T11:21:31.288" v="38"/>
          <ac:spMkLst>
            <pc:docMk/>
            <pc:sldMk cId="2633218040" sldId="258"/>
            <ac:spMk id="26" creationId="{42A4FC2C-047E-45A5-965D-8E1E3BF09BC6}"/>
          </ac:spMkLst>
        </pc:spChg>
        <pc:picChg chg="add del mod">
          <ac:chgData name="Гость" userId="985c312f1ddd2632" providerId="Windows Live" clId="Web-{C948F4B5-5201-4D5F-8F87-147B5BDA1A85}" dt="2022-04-07T11:21:23.069" v="35"/>
          <ac:picMkLst>
            <pc:docMk/>
            <pc:sldMk cId="2633218040" sldId="258"/>
            <ac:picMk id="2" creationId="{84D6481C-2730-A8DE-C76A-A1354B8E6E85}"/>
          </ac:picMkLst>
        </pc:picChg>
        <pc:picChg chg="add mod">
          <ac:chgData name="Гость" userId="985c312f1ddd2632" providerId="Windows Live" clId="Web-{C948F4B5-5201-4D5F-8F87-147B5BDA1A85}" dt="2022-04-07T11:21:31.288" v="38"/>
          <ac:picMkLst>
            <pc:docMk/>
            <pc:sldMk cId="2633218040" sldId="258"/>
            <ac:picMk id="3" creationId="{022B7C55-33C3-6229-D31E-C819A2D50D6A}"/>
          </ac:picMkLst>
        </pc:picChg>
      </pc:sldChg>
      <pc:sldChg chg="addSp modSp new mod setBg setClrOvrMap modShow">
        <pc:chgData name="Гость" userId="985c312f1ddd2632" providerId="Windows Live" clId="Web-{C948F4B5-5201-4D5F-8F87-147B5BDA1A85}" dt="2022-04-07T11:18:59.691" v="25"/>
        <pc:sldMkLst>
          <pc:docMk/>
          <pc:sldMk cId="1415153229" sldId="259"/>
        </pc:sldMkLst>
        <pc:picChg chg="add mod">
          <ac:chgData name="Гость" userId="985c312f1ddd2632" providerId="Windows Live" clId="Web-{C948F4B5-5201-4D5F-8F87-147B5BDA1A85}" dt="2022-04-07T11:18:59.691" v="25"/>
          <ac:picMkLst>
            <pc:docMk/>
            <pc:sldMk cId="1415153229" sldId="259"/>
            <ac:picMk id="2" creationId="{A0A07D57-0816-8160-D36E-789662C356E5}"/>
          </ac:picMkLst>
        </pc:picChg>
      </pc:sldChg>
      <pc:sldChg chg="addSp modSp new mod setBg">
        <pc:chgData name="Гость" userId="985c312f1ddd2632" providerId="Windows Live" clId="Web-{C948F4B5-5201-4D5F-8F87-147B5BDA1A85}" dt="2022-04-07T11:22:16.586" v="40"/>
        <pc:sldMkLst>
          <pc:docMk/>
          <pc:sldMk cId="3033620549" sldId="260"/>
        </pc:sldMkLst>
        <pc:spChg chg="add">
          <ac:chgData name="Гость" userId="985c312f1ddd2632" providerId="Windows Live" clId="Web-{C948F4B5-5201-4D5F-8F87-147B5BDA1A85}" dt="2022-04-07T11:22:16.586" v="40"/>
          <ac:spMkLst>
            <pc:docMk/>
            <pc:sldMk cId="3033620549" sldId="260"/>
            <ac:spMk id="7" creationId="{F3060C83-F051-4F0E-ABAD-AA0DFC48B218}"/>
          </ac:spMkLst>
        </pc:spChg>
        <pc:spChg chg="add">
          <ac:chgData name="Гость" userId="985c312f1ddd2632" providerId="Windows Live" clId="Web-{C948F4B5-5201-4D5F-8F87-147B5BDA1A85}" dt="2022-04-07T11:22:16.586" v="40"/>
          <ac:spMkLst>
            <pc:docMk/>
            <pc:sldMk cId="3033620549" sldId="260"/>
            <ac:spMk id="9" creationId="{83C98ABE-055B-441F-B07E-44F97F083C39}"/>
          </ac:spMkLst>
        </pc:spChg>
        <pc:spChg chg="add">
          <ac:chgData name="Гость" userId="985c312f1ddd2632" providerId="Windows Live" clId="Web-{C948F4B5-5201-4D5F-8F87-147B5BDA1A85}" dt="2022-04-07T11:22:16.586" v="40"/>
          <ac:spMkLst>
            <pc:docMk/>
            <pc:sldMk cId="3033620549" sldId="260"/>
            <ac:spMk id="11" creationId="{29FDB030-9B49-4CED-8CCD-4D99382388AC}"/>
          </ac:spMkLst>
        </pc:spChg>
        <pc:spChg chg="add">
          <ac:chgData name="Гость" userId="985c312f1ddd2632" providerId="Windows Live" clId="Web-{C948F4B5-5201-4D5F-8F87-147B5BDA1A85}" dt="2022-04-07T11:22:16.586" v="40"/>
          <ac:spMkLst>
            <pc:docMk/>
            <pc:sldMk cId="3033620549" sldId="260"/>
            <ac:spMk id="13" creationId="{3783CA14-24A1-485C-8B30-D6A5D87987AD}"/>
          </ac:spMkLst>
        </pc:spChg>
        <pc:spChg chg="add">
          <ac:chgData name="Гость" userId="985c312f1ddd2632" providerId="Windows Live" clId="Web-{C948F4B5-5201-4D5F-8F87-147B5BDA1A85}" dt="2022-04-07T11:22:16.586" v="40"/>
          <ac:spMkLst>
            <pc:docMk/>
            <pc:sldMk cId="3033620549" sldId="260"/>
            <ac:spMk id="15" creationId="{9A97C86A-04D6-40F7-AE84-31AB43E6A846}"/>
          </ac:spMkLst>
        </pc:spChg>
        <pc:spChg chg="add">
          <ac:chgData name="Гость" userId="985c312f1ddd2632" providerId="Windows Live" clId="Web-{C948F4B5-5201-4D5F-8F87-147B5BDA1A85}" dt="2022-04-07T11:22:16.586" v="40"/>
          <ac:spMkLst>
            <pc:docMk/>
            <pc:sldMk cId="3033620549" sldId="260"/>
            <ac:spMk id="17" creationId="{FF9F2414-84E8-453E-B1F3-389FDE8192D9}"/>
          </ac:spMkLst>
        </pc:spChg>
        <pc:spChg chg="add">
          <ac:chgData name="Гость" userId="985c312f1ddd2632" providerId="Windows Live" clId="Web-{C948F4B5-5201-4D5F-8F87-147B5BDA1A85}" dt="2022-04-07T11:22:16.586" v="40"/>
          <ac:spMkLst>
            <pc:docMk/>
            <pc:sldMk cId="3033620549" sldId="260"/>
            <ac:spMk id="19" creationId="{3ECA69A1-7536-43AC-85EF-C7106179F5ED}"/>
          </ac:spMkLst>
        </pc:spChg>
        <pc:picChg chg="add mod">
          <ac:chgData name="Гость" userId="985c312f1ddd2632" providerId="Windows Live" clId="Web-{C948F4B5-5201-4D5F-8F87-147B5BDA1A85}" dt="2022-04-07T11:22:16.586" v="40"/>
          <ac:picMkLst>
            <pc:docMk/>
            <pc:sldMk cId="3033620549" sldId="260"/>
            <ac:picMk id="2" creationId="{8A6FE93D-846E-FEB6-9309-4EBDF39CD26D}"/>
          </ac:picMkLst>
        </pc:picChg>
      </pc:sldChg>
      <pc:sldChg chg="add replId">
        <pc:chgData name="Гость" userId="985c312f1ddd2632" providerId="Windows Live" clId="Web-{C948F4B5-5201-4D5F-8F87-147B5BDA1A85}" dt="2022-04-07T11:20:47.896" v="26"/>
        <pc:sldMkLst>
          <pc:docMk/>
          <pc:sldMk cId="952104230" sldId="261"/>
        </pc:sldMkLst>
      </pc:sldChg>
      <pc:sldChg chg="addSp modSp new mod setBg">
        <pc:chgData name="Гость" userId="985c312f1ddd2632" providerId="Windows Live" clId="Web-{C948F4B5-5201-4D5F-8F87-147B5BDA1A85}" dt="2022-04-07T11:23:17.337" v="43"/>
        <pc:sldMkLst>
          <pc:docMk/>
          <pc:sldMk cId="594777078" sldId="262"/>
        </pc:sldMkLst>
        <pc:spChg chg="add">
          <ac:chgData name="Гость" userId="985c312f1ddd2632" providerId="Windows Live" clId="Web-{C948F4B5-5201-4D5F-8F87-147B5BDA1A85}" dt="2022-04-07T11:23:17.337" v="43"/>
          <ac:spMkLst>
            <pc:docMk/>
            <pc:sldMk cId="594777078" sldId="262"/>
            <ac:spMk id="7" creationId="{42A4FC2C-047E-45A5-965D-8E1E3BF09BC6}"/>
          </ac:spMkLst>
        </pc:spChg>
        <pc:picChg chg="add mod">
          <ac:chgData name="Гость" userId="985c312f1ddd2632" providerId="Windows Live" clId="Web-{C948F4B5-5201-4D5F-8F87-147B5BDA1A85}" dt="2022-04-07T11:23:17.337" v="43"/>
          <ac:picMkLst>
            <pc:docMk/>
            <pc:sldMk cId="594777078" sldId="262"/>
            <ac:picMk id="2" creationId="{66A374D4-92AD-636B-9913-7E1A3CAB93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07.04.2022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2" descr="Изображение выглядит как текст, человек, компьютер, внутренний&#10;&#10;Автоматически созданное описание">
            <a:extLst>
              <a:ext uri="{FF2B5EF4-FFF2-40B4-BE49-F238E27FC236}">
                <a16:creationId xmlns:a16="http://schemas.microsoft.com/office/drawing/2014/main" id="{36918F03-2C4D-76E5-F82F-3D015349AB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4333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F99990-6DDB-55F8-265B-B324218F9758}"/>
              </a:ext>
            </a:extLst>
          </p:cNvPr>
          <p:cNvSpPr txBox="1"/>
          <p:nvPr/>
        </p:nvSpPr>
        <p:spPr>
          <a:xfrm>
            <a:off x="4724400" y="320039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 dirty="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1A085-AE6B-BE48-C5CD-8D6F404B38E8}"/>
              </a:ext>
            </a:extLst>
          </p:cNvPr>
          <p:cNvSpPr txBox="1"/>
          <p:nvPr/>
        </p:nvSpPr>
        <p:spPr>
          <a:xfrm>
            <a:off x="3064852" y="3343274"/>
            <a:ext cx="454562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ru-RU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4525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Рисунок 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22B7C55-33C3-6229-D31E-C819A2D50D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6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1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4D6481C-2730-A8DE-C76A-A1354B8E6E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8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0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2" descr="Изображение выглядит как текст, человек, внутренний, ноутбук&#10;&#10;Автоматически созданное описание">
            <a:extLst>
              <a:ext uri="{FF2B5EF4-FFF2-40B4-BE49-F238E27FC236}">
                <a16:creationId xmlns:a16="http://schemas.microsoft.com/office/drawing/2014/main" id="{A0A07D57-0816-8160-D36E-789662C356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867" r="-1" b="27321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53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Рисунок 2">
            <a:extLst>
              <a:ext uri="{FF2B5EF4-FFF2-40B4-BE49-F238E27FC236}">
                <a16:creationId xmlns:a16="http://schemas.microsoft.com/office/drawing/2014/main" id="{8A6FE93D-846E-FEB6-9309-4EBDF39CD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467" y="643467"/>
            <a:ext cx="5571065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20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Рисунок 2" descr="Изображение выглядит как кукла&#10;&#10;Автоматически созданное описание">
            <a:extLst>
              <a:ext uri="{FF2B5EF4-FFF2-40B4-BE49-F238E27FC236}">
                <a16:creationId xmlns:a16="http://schemas.microsoft.com/office/drawing/2014/main" id="{66A374D4-92AD-636B-9913-7E1A3CAB93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3" b="842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770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6</Slides>
  <Notes>0</Notes>
  <HiddenSlides>1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37</cp:revision>
  <dcterms:created xsi:type="dcterms:W3CDTF">2022-04-07T11:09:27Z</dcterms:created>
  <dcterms:modified xsi:type="dcterms:W3CDTF">2022-04-07T11:23:18Z</dcterms:modified>
</cp:coreProperties>
</file>